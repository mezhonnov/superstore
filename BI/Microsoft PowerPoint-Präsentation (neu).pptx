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EC19-DB64-63C2-3EAC-724C7D10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A6BBF-4803-3E5B-8806-A4B85EB86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4899-EE7E-F2B4-2816-ADAD8894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A6B13-2CBB-9326-186B-013921F7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65F8E-8966-3FB0-EF04-A90FB7C6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60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ADCD-8509-D5A4-4EA7-71C13E5B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08692-98E0-D1D5-BE5C-BF45A725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97EE-DD10-10D0-E3A8-5DF1D7EF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1A1F-F034-CCDB-16DC-A2F75020F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41EA4-E277-6C1F-0E99-CA3B55D1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88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F0AC-DE82-5CC0-3B71-8B4BE5B8C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83B77-85D6-E511-5AFF-F323414A0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0AD05-4721-E015-6624-34EE5A3B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954FE-42CC-E33F-5586-5A0DB3F0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75B6-03AB-46FB-C20E-E14949B9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42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0C42-CC9E-9A86-3B86-EF0AED24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3048-80DA-63C1-C562-CCCAC62D0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35DE2-10C9-AE7C-18FF-959A7305A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8F66D-7F59-1418-E56D-944240CB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90DDD-E743-4C89-07EF-35523CBE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53DF4-4A2B-90E1-A414-6C06B5B1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07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2BC9D-603D-BD89-C4C1-3C1C00EEC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13A0-9F81-2464-795F-885813F85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D8DAD-E6D9-29A5-8A30-7943B4DB8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008FE-7D8D-2F06-2F29-1E06BF96B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5B9527-198F-CBD2-A6B2-909ED97D4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0B527-0346-673C-5207-E49268C1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C7614-0479-BBC9-CD40-0929C8BF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58E3D-BD2C-6293-CC0C-43A82974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35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51D4-0809-633F-921A-5808CB8A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7AB524-11F6-CA07-D6EA-03D9DD18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8CAE6-B88C-D077-0BBA-31BF99F0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BD8F7-17A3-7265-9A70-4036E391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0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05E20-B9EF-6A6B-1068-CC8CC767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251DF-A60E-DF18-1EDD-89C9C279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5C384-388D-43F1-F817-42E3B98B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70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63F3-E188-D5A7-8654-77BB514D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04BC7-2399-9091-024A-B9103BCC6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93180-68F5-DB36-D036-5DE2E40B9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317D3-E72D-ED6B-75D1-A647CF29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B651E-AB0C-CBE2-05BB-D2B7909B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D5F70-0652-4D9E-37B6-7FEA679B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97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B1B-FC7A-1050-38EC-D4E4DD6A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364A9-A81C-D61B-35FA-00667578B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48DC7-E846-2193-54F2-46A01E93B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844B7-9A45-13BF-4152-3880CB26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04378-57B1-BA9B-F088-A7ABA46F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7B35B-6498-EEE2-E2B8-B33F42CD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40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69A24-E1C8-96FB-A14F-F2F48656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69F3B-DCA6-DF81-4B42-0E7B9CEA1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F5BA3-9B0A-F4ED-06EE-37F4B4A3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EBE4D-3B9E-6C09-28BB-2CBFBD5E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EAA28-312D-C4FA-60CC-6DAA3A4A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85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25B197-5E93-88F8-9FA2-D86F53B70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F40BD-43A1-27A9-529B-563D5CAF0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BA5AB-3A5F-E5FF-CC31-12C60E8B1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62CA4-3E40-39A0-7F4D-ABD85217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80A1A-64B7-2AEE-5599-12303A40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90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6CD33-5AB8-3EBE-2C94-A264F117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3EB95-8F92-3753-B54D-24F85C05F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A3ECA-8462-F9C5-6C39-5B23EAF53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EE779-8311-4BDF-A0AF-38B6E4D3A25C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C630A-E9C6-78D2-4575-9CC838CAC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3A753-B57E-1CF2-077B-5B9AE0A9D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5A2BF-E39F-41D6-904C-DD360CFE0C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0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ilter with solid fill">
            <a:extLst>
              <a:ext uri="{FF2B5EF4-FFF2-40B4-BE49-F238E27FC236}">
                <a16:creationId xmlns:a16="http://schemas.microsoft.com/office/drawing/2014/main" id="{43232A7F-0C69-D872-F18B-8F713DF9A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1942" y="1393371"/>
            <a:ext cx="914400" cy="914400"/>
          </a:xfrm>
          <a:prstGeom prst="rect">
            <a:avLst/>
          </a:prstGeom>
        </p:spPr>
      </p:pic>
      <p:sp>
        <p:nvSpPr>
          <p:cNvPr id="8" name="Graphic 6" descr="Folder with solid fill">
            <a:extLst>
              <a:ext uri="{FF2B5EF4-FFF2-40B4-BE49-F238E27FC236}">
                <a16:creationId xmlns:a16="http://schemas.microsoft.com/office/drawing/2014/main" id="{34963316-9A71-7AE1-DC62-FBFA2FB3B66F}"/>
              </a:ext>
            </a:extLst>
          </p:cNvPr>
          <p:cNvSpPr/>
          <p:nvPr/>
        </p:nvSpPr>
        <p:spPr>
          <a:xfrm>
            <a:off x="5066504" y="2644772"/>
            <a:ext cx="3685609" cy="2917827"/>
          </a:xfrm>
          <a:custGeom>
            <a:avLst/>
            <a:gdLst>
              <a:gd name="csX0" fmla="*/ 3008313 w 3180216"/>
              <a:gd name="csY0" fmla="*/ 2406650 h 2406650"/>
              <a:gd name="csX1" fmla="*/ 171904 w 3180216"/>
              <a:gd name="csY1" fmla="*/ 2406650 h 2406650"/>
              <a:gd name="csX2" fmla="*/ 0 w 3180216"/>
              <a:gd name="csY2" fmla="*/ 2234747 h 2406650"/>
              <a:gd name="csX3" fmla="*/ 0 w 3180216"/>
              <a:gd name="csY3" fmla="*/ 171904 h 2406650"/>
              <a:gd name="csX4" fmla="*/ 171904 w 3180216"/>
              <a:gd name="csY4" fmla="*/ 0 h 2406650"/>
              <a:gd name="csX5" fmla="*/ 979850 w 3180216"/>
              <a:gd name="csY5" fmla="*/ 0 h 2406650"/>
              <a:gd name="csX6" fmla="*/ 1074397 w 3180216"/>
              <a:gd name="csY6" fmla="*/ 30083 h 2406650"/>
              <a:gd name="csX7" fmla="*/ 1547132 w 3180216"/>
              <a:gd name="csY7" fmla="*/ 343807 h 2406650"/>
              <a:gd name="csX8" fmla="*/ 3008313 w 3180216"/>
              <a:gd name="csY8" fmla="*/ 343807 h 2406650"/>
              <a:gd name="csX9" fmla="*/ 3180216 w 3180216"/>
              <a:gd name="csY9" fmla="*/ 515711 h 2406650"/>
              <a:gd name="csX10" fmla="*/ 3180216 w 3180216"/>
              <a:gd name="csY10" fmla="*/ 2234747 h 2406650"/>
              <a:gd name="csX11" fmla="*/ 3008313 w 3180216"/>
              <a:gd name="csY11" fmla="*/ 2406650 h 2406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0216" h="2406650">
                <a:moveTo>
                  <a:pt x="3008313" y="2406650"/>
                </a:moveTo>
                <a:lnTo>
                  <a:pt x="171904" y="2406650"/>
                </a:lnTo>
                <a:cubicBezTo>
                  <a:pt x="77357" y="2406650"/>
                  <a:pt x="0" y="2329294"/>
                  <a:pt x="0" y="2234747"/>
                </a:cubicBezTo>
                <a:lnTo>
                  <a:pt x="0" y="171904"/>
                </a:lnTo>
                <a:cubicBezTo>
                  <a:pt x="0" y="77357"/>
                  <a:pt x="77357" y="0"/>
                  <a:pt x="171904" y="0"/>
                </a:cubicBezTo>
                <a:lnTo>
                  <a:pt x="979850" y="0"/>
                </a:lnTo>
                <a:cubicBezTo>
                  <a:pt x="1014231" y="0"/>
                  <a:pt x="1048612" y="8595"/>
                  <a:pt x="1074397" y="30083"/>
                </a:cubicBezTo>
                <a:lnTo>
                  <a:pt x="1547132" y="343807"/>
                </a:lnTo>
                <a:lnTo>
                  <a:pt x="3008313" y="343807"/>
                </a:lnTo>
                <a:cubicBezTo>
                  <a:pt x="3102860" y="343807"/>
                  <a:pt x="3180216" y="421164"/>
                  <a:pt x="3180216" y="515711"/>
                </a:cubicBezTo>
                <a:lnTo>
                  <a:pt x="3180216" y="2234747"/>
                </a:lnTo>
                <a:cubicBezTo>
                  <a:pt x="3180216" y="2329294"/>
                  <a:pt x="3102860" y="2406650"/>
                  <a:pt x="3008313" y="240665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4296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116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Sergei Mezhonnov</dc:creator>
  <cp:lastModifiedBy>Sergei Mezhonnov</cp:lastModifiedBy>
  <cp:revision>2</cp:revision>
  <dcterms:created xsi:type="dcterms:W3CDTF">2026-02-18T16:57:22Z</dcterms:created>
  <dcterms:modified xsi:type="dcterms:W3CDTF">2026-02-18T17:04:25Z</dcterms:modified>
</cp:coreProperties>
</file>